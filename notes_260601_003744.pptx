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711200"/>
            <a:ext cx="11887200" cy="163449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/>
              <a:t>H</a:t>
            </a:r>
            <a:r>
              <a:rPr lang="en-US" sz="3300"/>
              <a:t>TML</a:t>
            </a:r>
          </a:p>
          <a:p>
            <a:r>
              <a:rPr lang="en-US" sz="3300"/>
              <a:t>&lt;!doctype html&gt;</a:t>
            </a:r>
          </a:p>
          <a:p>
            <a:r>
              <a:rPr lang="en-US" sz="3300"/>
              <a:t>&lt;html lang="ar" dir="rtl"&gt;</a:t>
            </a:r>
          </a:p>
          <a:p>
            <a:r>
              <a:rPr lang="en-US" sz="3300"/>
              <a:t>&lt;head&gt;</a:t>
            </a:r>
          </a:p>
          <a:p>
            <a:r>
              <a:rPr lang="en-US" sz="3300"/>
              <a:t>&lt;meta charset="UTF-8"&gt;</a:t>
            </a:r>
          </a:p>
          <a:p>
            <a:r>
              <a:rPr lang="en-US" sz="3300"/>
              <a:t>&lt;meta name="viewport" content="width=device-width, initial-scale=1"&gt;</a:t>
            </a:r>
          </a:p>
          <a:p>
            <a:r>
              <a:rPr lang="en-US" sz="3300"/>
              <a:t>&lt;title&gt;السلة&lt;/title&gt;</a:t>
            </a:r>
          </a:p>
          <a:p>
            <a:r>
              <a:rPr lang="en-US" sz="3300"/>
              <a:t>&lt;link rel="stylesheet" href="style.css"&gt;</a:t>
            </a:r>
          </a:p>
          <a:p>
            <a:r>
              <a:rPr lang="en-US" sz="3300"/>
              <a:t>&lt;/head&gt;</a:t>
            </a:r>
          </a:p>
          <a:p>
            <a:r>
              <a:rPr lang="en-US" sz="3300"/>
              <a:t>&lt;body&gt;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&lt;header&gt;</a:t>
            </a:r>
          </a:p>
          <a:p>
            <a:r>
              <a:rPr lang="en-US" sz="3300"/>
              <a:t>🛒 سلة التسوق</a:t>
            </a:r>
          </a:p>
          <a:p>
            <a:r>
              <a:rPr lang="en-US" sz="3300"/>
              <a:t>&lt;a href="index.html"&gt;🏠 العودة&lt;/a&gt;</a:t>
            </a:r>
          </a:p>
          <a:p>
            <a:r>
              <a:rPr lang="en-US" sz="3300"/>
              <a:t>&lt;/header&gt;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&lt;div id="cart"&gt;&lt;/div&gt;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&lt;script src="app.js"&gt;&lt;/script&gt;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/>
              <a:t>&lt;/body&gt;</a:t>
            </a:r>
          </a:p>
          <a:p>
            <a:r>
              <a:rPr lang="en-US" sz="3300"/>
              <a:t>&lt;/html&gt;</a:t>
            </a:r>
          </a:p>
          <a:p>
            <a:r>
              <a:rPr lang="en-US" sz="3300"/>
              <a:t>🎨 4) style.css (التصميم)</a:t>
            </a:r>
          </a:p>
          <a:p>
            <a:r>
              <a:rPr lang="en-US" sz="3300"/>
              <a:t>CSS</a:t>
            </a:r>
          </a:p>
          <a:p>
            <a:r>
              <a:rPr lang="en-US" sz="3300"/>
              <a:t>body {</a:t>
            </a:r>
          </a:p>
          <a:p>
            <a:r>
              <a:rPr lang="en-US" sz="3300"/>
              <a:t>margin: 0;</a:t>
            </a:r>
          </a:p>
          <a:p>
            <a:r>
              <a:rPr lang="en-US" sz="3300"/>
              <a:t>font-family: Arial;</a:t>
            </a:r>
          </a:p>
          <a:p>
            <a:r>
              <a:rPr lang="en-US" sz="3300"/>
              <a:t>background: #f5f5f5;</a:t>
            </a:r>
          </a:p>
          <a:p>
            <a:r>
              <a:rPr lang="en-US" sz="3300"/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header {</a:t>
            </a:r>
          </a:p>
          <a:p>
            <a:r>
              <a:rPr lang="en-US" sz="3300"/>
              <a:t>background: #111;</a:t>
            </a:r>
          </a:p>
          <a:p>
            <a:r>
              <a:rPr lang="en-US" sz="3300"/>
              <a:t>color: white;</a:t>
            </a:r>
          </a:p>
          <a:p>
            <a:r>
              <a:rPr lang="en-US" sz="3300"/>
              <a:t>padding: 15px;</a:t>
            </a:r>
          </a:p>
          <a:p>
            <a:r>
              <a:rPr lang="en-US" sz="3300"/>
              <a:t>display: flex;</a:t>
            </a:r>
          </a:p>
          <a:p>
            <a:r>
              <a:rPr lang="en-US" sz="3300"/>
              <a:t>justify-content: space-between;</a:t>
            </a:r>
          </a:p>
          <a:p>
            <a:r>
              <a:rPr lang="en-US" sz="3300"/>
              <a:t>align-items: center;</a:t>
            </a:r>
          </a:p>
          <a:p>
            <a:r>
              <a:rPr lang="en-US" sz="3300"/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a {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/>
              <a:t>color: white;</a:t>
            </a:r>
          </a:p>
          <a:p>
            <a:r>
              <a:rPr lang="en-US" sz="3300"/>
              <a:t>text-decoration: none;</a:t>
            </a:r>
          </a:p>
          <a:p>
            <a:r>
              <a:rPr lang="en-US" sz="3300"/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.hero {</a:t>
            </a:r>
          </a:p>
          <a:p>
            <a:r>
              <a:rPr lang="en-US" sz="3300"/>
              <a:t>text-align: center;</a:t>
            </a:r>
          </a:p>
          <a:p>
            <a:r>
              <a:rPr lang="en-US" sz="3300"/>
              <a:t>padding: 20px;</a:t>
            </a:r>
          </a:p>
          <a:p>
            <a:r>
              <a:rPr lang="en-US" sz="3300"/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.grid {</a:t>
            </a:r>
          </a:p>
          <a:p>
            <a:r>
              <a:rPr lang="en-US" sz="3300"/>
              <a:t>display: grid;</a:t>
            </a:r>
          </a:p>
          <a:p>
            <a:r>
              <a:rPr lang="en-US" sz="3300"/>
              <a:t>grid-template-columns: repeat(auto-fit, minmax(200px, 1fr));</a:t>
            </a:r>
          </a:p>
          <a:p>
            <a:r>
              <a:rPr lang="en-US" sz="3300"/>
              <a:t>gap: 15px;</a:t>
            </a:r>
          </a:p>
          <a:p>
            <a:r>
              <a:rPr lang="en-US" sz="3300"/>
              <a:t>padding: 20px;</a:t>
            </a:r>
          </a:p>
          <a:p>
            <a:r>
              <a:rPr lang="en-US" sz="3300"/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.card {</a:t>
            </a:r>
          </a:p>
          <a:p>
            <a:r>
              <a:rPr lang="en-US" sz="3300"/>
              <a:t>background: white;</a:t>
            </a:r>
          </a:p>
          <a:p>
            <a:r>
              <a:rPr lang="en-US" sz="3300"/>
              <a:t>padding: 10px;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/>
              <a:t>border-radius: 10px;</a:t>
            </a:r>
          </a:p>
          <a:p>
            <a:r>
              <a:rPr lang="en-US" sz="3300"/>
              <a:t>text-align: center;</a:t>
            </a:r>
          </a:p>
          <a:p>
            <a:r>
              <a:rPr lang="en-US" sz="3300"/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button {</a:t>
            </a:r>
          </a:p>
          <a:p>
            <a:r>
              <a:rPr lang="en-US" sz="3300"/>
              <a:t>width: 100%;</a:t>
            </a:r>
          </a:p>
          <a:p>
            <a:r>
              <a:rPr lang="en-US" sz="3300"/>
              <a:t>padding: 10px;</a:t>
            </a:r>
          </a:p>
          <a:p>
            <a:r>
              <a:rPr lang="en-US" sz="3300"/>
              <a:t>background: #ffcc00;</a:t>
            </a:r>
          </a:p>
          <a:p>
            <a:r>
              <a:rPr lang="en-US" sz="3300"/>
              <a:t>border: none;</a:t>
            </a:r>
          </a:p>
          <a:p>
            <a:r>
              <a:rPr lang="en-US" sz="3300"/>
              <a:t>border-radius: 8px;</a:t>
            </a:r>
          </a:p>
          <a:p>
            <a:r>
              <a:rPr lang="en-US" sz="3300"/>
              <a:t>cursor: pointer;</a:t>
            </a:r>
          </a:p>
          <a:p>
            <a:r>
              <a:rPr lang="en-US" sz="3300"/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img {</a:t>
            </a:r>
          </a:p>
          <a:p>
            <a:r>
              <a:rPr lang="en-US" sz="3300"/>
              <a:t>width: 100%;</a:t>
            </a:r>
          </a:p>
          <a:p>
            <a:r>
              <a:rPr lang="en-US" sz="3300"/>
              <a:t>border-radius: 10px;</a:t>
            </a:r>
          </a:p>
          <a:p>
            <a:r>
              <a:rPr lang="en-US" sz="3300"/>
              <a:t>}</a:t>
            </a:r>
          </a:p>
          <a:p>
            <a:r>
              <a:rPr lang="en-US" sz="3300"/>
              <a:t>⚙️ 5) app.js (المنطق + السلة)</a:t>
            </a:r>
          </a:p>
          <a:p>
            <a:r>
              <a:rPr lang="en-US" sz="3300"/>
              <a:t>JavaScript</a:t>
            </a:r>
          </a:p>
          <a:p>
            <a:r>
              <a:rPr lang="en-US" sz="3300"/>
              <a:t>const products = [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/>
              <a:t>{</a:t>
            </a:r>
          </a:p>
          <a:p>
            <a:r>
              <a:rPr lang="en-US" sz="3300"/>
              <a:t>id: 1,</a:t>
            </a:r>
          </a:p>
          <a:p>
            <a:r>
              <a:rPr lang="en-US" sz="3300"/>
              <a:t>title: "نظارات شمسية أسود",</a:t>
            </a:r>
          </a:p>
          <a:p>
            <a:r>
              <a:rPr lang="en-US" sz="3300"/>
              <a:t>price: 2500,</a:t>
            </a:r>
          </a:p>
          <a:p>
            <a:r>
              <a:rPr lang="en-US" sz="3300"/>
              <a:t>image: "</a:t>
            </a:r>
            <a:r>
              <a:rPr lang="en-US" sz="3300"/>
              <a:t>https://images.unsplash.com/photo-1511499767150-a48a237f0083</a:t>
            </a:r>
            <a:r>
              <a:rPr lang="en-US" sz="3300"/>
              <a:t>"</a:t>
            </a:r>
          </a:p>
          <a:p>
            <a:r>
              <a:rPr lang="en-US" sz="3300"/>
              <a:t>},</a:t>
            </a:r>
          </a:p>
          <a:p>
            <a:r>
              <a:rPr lang="en-US" sz="3300"/>
              <a:t>{</a:t>
            </a:r>
          </a:p>
          <a:p>
            <a:r>
              <a:rPr lang="en-US" sz="3300"/>
              <a:t>id: 2,</a:t>
            </a:r>
          </a:p>
          <a:p>
            <a:r>
              <a:rPr lang="en-US" sz="3300"/>
              <a:t>title: "نظارات رياضية",</a:t>
            </a:r>
          </a:p>
          <a:p>
            <a:r>
              <a:rPr lang="en-US" sz="3300"/>
              <a:t>price: 3000,</a:t>
            </a:r>
          </a:p>
          <a:p>
            <a:r>
              <a:rPr lang="en-US" sz="3300"/>
              <a:t>image: "</a:t>
            </a:r>
            <a:r>
              <a:rPr lang="en-US" sz="3300"/>
              <a:t>https://images.unsplash.com/photo-1526170375885-4d8ecf77b99f</a:t>
            </a:r>
            <a:r>
              <a:rPr lang="en-US" sz="3300"/>
              <a:t>"</a:t>
            </a:r>
          </a:p>
          <a:p>
            <a:r>
              <a:rPr lang="en-US" sz="3300"/>
              <a:t>},</a:t>
            </a:r>
          </a:p>
          <a:p>
            <a:r>
              <a:rPr lang="en-US" sz="3300"/>
              <a:t>{</a:t>
            </a:r>
          </a:p>
          <a:p>
            <a:r>
              <a:rPr lang="en-US" sz="3300"/>
              <a:t>id: 3,</a:t>
            </a:r>
          </a:p>
          <a:p>
            <a:r>
              <a:rPr lang="en-US" sz="3300"/>
              <a:t>title: "نظارات فخمة",</a:t>
            </a:r>
          </a:p>
          <a:p>
            <a:r>
              <a:rPr lang="en-US" sz="3300"/>
              <a:t>price: 4500,</a:t>
            </a:r>
          </a:p>
          <a:p>
            <a:r>
              <a:rPr lang="en-US" sz="3300"/>
              <a:t>image: "</a:t>
            </a:r>
            <a:r>
              <a:rPr lang="en-US" sz="3300"/>
              <a:t>https://images.unsplash.com/photo-1518709268805-4e9042af9f23</a:t>
            </a:r>
            <a:r>
              <a:rPr lang="en-US" sz="3300"/>
              <a:t>"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/>
              <a:t>}</a:t>
            </a:r>
          </a:p>
          <a:p>
            <a:r>
              <a:rPr lang="en-US" sz="3300"/>
              <a:t>];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// إضافة للسلة</a:t>
            </a:r>
          </a:p>
          <a:p>
            <a:r>
              <a:rPr lang="en-US" sz="3300"/>
              <a:t>function addToCart(id) {</a:t>
            </a:r>
          </a:p>
          <a:p>
            <a:r>
              <a:rPr lang="en-US" sz="3300"/>
              <a:t>let cart = JSON.parse(localStorage.getItem("cart")) || [];</a:t>
            </a:r>
          </a:p>
          <a:p>
            <a:r>
              <a:rPr lang="en-US" sz="3300"/>
              <a:t>cart.push(id);</a:t>
            </a:r>
          </a:p>
          <a:p>
            <a:r>
              <a:rPr lang="en-US" sz="3300"/>
              <a:t>localStorage.setItem("cart", JSON.stringify(cart));</a:t>
            </a:r>
          </a:p>
          <a:p>
            <a:r>
              <a:rPr lang="en-US" sz="3300"/>
              <a:t>alert("تمت الإضافة 🛒");</a:t>
            </a:r>
          </a:p>
          <a:p>
            <a:r>
              <a:rPr lang="en-US" sz="3300"/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// عرض المنتجات</a:t>
            </a:r>
          </a:p>
          <a:p>
            <a:r>
              <a:rPr lang="en-US" sz="3300"/>
              <a:t>if (document.getElementById("products")) {</a:t>
            </a:r>
          </a:p>
          <a:p>
            <a:r>
              <a:rPr lang="en-US" sz="3300"/>
              <a:t>const container = document.getElementById("products");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products.forEach(p =&gt; {</a:t>
            </a:r>
          </a:p>
          <a:p>
            <a:r>
              <a:rPr lang="en-US" sz="3300"/>
              <a:t>container.innerHTML += &amp;lt;div class="card"&amp;gt; &amp;lt;img src="${p.image}"&gt;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/>
              <a:t><![CDATA[<h3>${p.title}&lt;/h3&gt; &lt;p&gt;${p.price} دج</p>]]></a:t>
            </a:r>
          </a:p>
          <a:p>
            <a:r>
              <a:rPr lang="en-US" sz="3300"/>
              <a:t>&lt;button onclick="addToCart(${</a:t>
            </a:r>
            <a:r>
              <a:rPr lang="en-US" sz="3300"/>
              <a:t>p.id</a:t>
            </a:r>
            <a:r>
              <a:rPr lang="en-US" sz="3300"/>
              <a:t>})"&amp;gt;أضف للسلة&amp;lt;/button&amp;gt; &amp;lt;/div&amp;gt;;</a:t>
            </a:r>
          </a:p>
          <a:p>
            <a:r>
              <a:rPr lang="en-US" sz="3300"/>
              <a:t>});</a:t>
            </a:r>
          </a:p>
          <a:p>
            <a:r>
              <a:rPr lang="en-US" sz="3300"/>
              <a:t>}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// عرض السلة</a:t>
            </a:r>
          </a:p>
          <a:p>
            <a:r>
              <a:rPr lang="en-US" sz="3300"/>
              <a:t>if (document.getElementById("cart")) {</a:t>
            </a:r>
          </a:p>
          <a:p>
            <a:r>
              <a:rPr lang="en-US" sz="3300"/>
              <a:t>const container = document.getElementById("cart");</a:t>
            </a:r>
          </a:p>
          <a:p>
            <a:r>
              <a:rPr lang="en-US" sz="3300"/>
              <a:t>let cart = JSON.parse(localStorage.getItem("cart")) || [];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let total = 0;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cart.forEach(id =&gt; {</a:t>
            </a:r>
          </a:p>
          <a:p>
            <a:r>
              <a:rPr lang="en-US" sz="3300"/>
              <a:t>const p = products.find(x =&gt; </a:t>
            </a:r>
            <a:r>
              <a:rPr lang="en-US" sz="3300"/>
              <a:t>x.id</a:t>
            </a:r>
            <a:r>
              <a:rPr lang="en-US" sz="3300"/>
              <a:t> === id);</a:t>
            </a:r>
          </a:p>
          <a:p>
            <a:r>
              <a:rPr lang="en-US" sz="3300"/>
              <a:t>if (!p) return;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/>
              <a:t>total += p.price;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container.innerHTML += &amp;lt;div class="card"&amp;gt; &amp;lt;h3&amp;gt;${p.title}&lt;/h3&gt;</a:t>
            </a:r>
          </a:p>
          <a:p>
            <a:r>
              <a:rPr lang="en-US" sz="3300"/>
              <a:t>&lt;p&gt;${p.price} دج&amp;lt;/p&amp;gt; &amp;lt;/div&amp;gt;;</a:t>
            </a:r>
          </a:p>
          <a:p>
            <a:r>
              <a:rPr lang="en-US" sz="3300"/>
              <a:t>});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<![CDATA[container.innerHTML += &lt;h2&gt;المجموع: ${total} دج&lt;/h2&gt; &lt;button onclick="alert('سيتم تأكيد الطلب (COD)')"&gt;إتمام الطلب&lt;/button&gt;;]]></a:t>
            </a:r>
          </a:p>
          <a:p>
            <a:r>
              <a:rPr lang="en-US" sz="3300"/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